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2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2B546C-DAF5-A784-7F29-96AEB0F97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5EEECC-3C35-DEEA-A88C-7CD8F994D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28C35E-B455-26FB-787E-27F87D2D2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4E9AA-E46C-49B5-B049-97595252895F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22912C-EBEA-5525-C3CB-1F1DCA9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7BCF34-AE4F-E5B9-470D-EB1C247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3F1-A464-49CE-8699-05B437CC85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5192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1E29A2-FAF3-7A12-631F-1787AAF34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0BF279-D360-57CF-4D8C-E5A50B965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4E10F5-30F9-6F67-74DB-EAFC5A5E3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4E9AA-E46C-49B5-B049-97595252895F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F90774-6672-2871-8451-B765D17EC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312621-7C5E-9745-ED04-77E9A00AC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3F1-A464-49CE-8699-05B437CC85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3938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76C6BF-E746-144B-A4CB-606691F4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F19AB5-7609-7D9E-79E7-E4B84478B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3FED62-8174-9AA6-ECBB-DF8ABEC04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4E9AA-E46C-49B5-B049-97595252895F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920680-F389-75A5-1121-74EE6139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CF717F-4F19-D481-7F16-0093F719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3F1-A464-49CE-8699-05B437CC85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57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5034B1-56E4-6766-D17E-E4D59945C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881EF0-720E-1986-E20C-FD7442DCE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BC1009-3179-3F29-3BEC-03D09D3BF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C34EE3-4149-3C39-1736-12F02348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4E9AA-E46C-49B5-B049-97595252895F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AAB7EC-016D-7DBA-74D4-82A530A85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794387-8338-4AE7-E6F0-5EE2BD63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3F1-A464-49CE-8699-05B437CC85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371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B72654-9B26-7D5F-05A5-1CDB2384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A489D3-FB1F-9FBB-2FC8-1A87F1CE7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FE8ECEB-88CF-5D1F-3721-475051AB8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B209FCF-16BC-71B1-E0A6-FBA342DB6C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6EC7336-4D6C-CDD7-0834-5D81E8267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807AD0F-E55C-FE5C-BF7D-FBF3BDC5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4E9AA-E46C-49B5-B049-97595252895F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22A3880-973F-8A15-AD3D-F81E01AC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CBF1BE7-BB86-2B34-2A3F-F8225ED6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3F1-A464-49CE-8699-05B437CC85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4237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95DBE0-CA89-4C05-3B79-06AA13F05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3205208-BF27-6BB3-BC2A-7F943501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4E9AA-E46C-49B5-B049-97595252895F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A3B32A2-154E-89B0-2AB4-436C583BE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FDC91A-1D34-AD7F-0BCD-0CF0F26D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3F1-A464-49CE-8699-05B437CC85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489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ABAB36A-E426-495C-5775-1094642B3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4E9AA-E46C-49B5-B049-97595252895F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F70A688-8465-0AEF-850C-8F80E567D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6F1D9A-2A00-273E-6DF0-E6AE8AF8F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3F1-A464-49CE-8699-05B437CC85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871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8E0A76-1E80-9CFF-D595-3703A0BBB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B79E59-C827-4829-14BC-E17D4FA94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F50964-DFB6-3B39-1DF3-C183F3717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32921F-44A4-5124-EF92-BDB7067EB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4E9AA-E46C-49B5-B049-97595252895F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EA79BC-7302-AFC9-9451-F37DE548E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7E0EA6-940F-40E1-540E-D479131DD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3F1-A464-49CE-8699-05B437CC85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6201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2AD11F-795B-9651-0FC6-2966A8BF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49CEB4-2B47-1E39-387B-E6EF2E58F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9DC00FD-0A16-CEC6-81C6-A9427B3FE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7686E4-25F8-0BDF-D823-406D9BB94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4E9AA-E46C-49B5-B049-97595252895F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E9D7AD-80A9-5455-91C9-AFED4CDBB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B31E5E-F82E-3A3B-2D62-D5FC2E15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3F1-A464-49CE-8699-05B437CC85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858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137E32-582D-9BCB-74A5-B70A5010A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F5FE0B-F0F1-705A-2F09-A8978DC1C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1493D7-992C-8D20-B6FE-025A7101F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4E9AA-E46C-49B5-B049-97595252895F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F9E18D-7B3A-3374-D601-689587F99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0588F4-B9C4-D7B4-C31E-90AD06391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3F1-A464-49CE-8699-05B437CC85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586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726BC8D-81E7-9B41-59A0-A7E10A973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321C1B-7E1B-9F69-CB15-20DECFF3D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63E1DF-AA4B-5F45-0B72-42A1F8815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4E9AA-E46C-49B5-B049-97595252895F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37FE18-4726-1A03-4B28-1AEEE83C5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539F79-0E07-3D41-AB87-336F9D77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A73F1-A464-49CE-8699-05B437CC85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376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9BAEF6C-C20D-3944-5AE1-02D4CFE1F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590450-732D-927D-DECD-BD86AE71F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A515F8-7C77-5860-91D6-EA8717223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4E9AA-E46C-49B5-B049-97595252895F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825B67-68A6-AB49-19ED-DD936286AE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FAB322-6F48-D092-F66B-3C621B9AF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7A73F1-A464-49CE-8699-05B437CC85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6112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3D7B13-CEF0-D595-2B8E-B632A40E63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RAPPORT</a:t>
            </a:r>
            <a:r>
              <a:rPr lang="fr-FR" dirty="0"/>
              <a:t> </a:t>
            </a:r>
            <a:r>
              <a:rPr lang="fr-FR" b="1" dirty="0"/>
              <a:t>DE</a:t>
            </a:r>
            <a:r>
              <a:rPr lang="fr-FR" dirty="0"/>
              <a:t> </a:t>
            </a:r>
            <a:r>
              <a:rPr lang="fr-FR" b="1" dirty="0"/>
              <a:t>PROJET</a:t>
            </a:r>
            <a:r>
              <a:rPr lang="fr-FR" dirty="0"/>
              <a:t>:</a:t>
            </a:r>
            <a:br>
              <a:rPr lang="fr-FR" dirty="0"/>
            </a:br>
            <a:r>
              <a:rPr lang="fr-FR" b="1" dirty="0" err="1"/>
              <a:t>AfriTalent</a:t>
            </a:r>
            <a:endParaRPr lang="fr-FR" b="1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B67DDEE-A262-B97B-AC98-38D909686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2225673"/>
          </a:xfrm>
        </p:spPr>
        <p:txBody>
          <a:bodyPr>
            <a:normAutofit fontScale="92500" lnSpcReduction="20000"/>
          </a:bodyPr>
          <a:lstStyle/>
          <a:p>
            <a:r>
              <a:rPr lang="fr-FR" sz="4500" b="1" i="1" dirty="0"/>
              <a:t>Réalisé par Maguette Gueye Mbow</a:t>
            </a:r>
          </a:p>
          <a:p>
            <a:r>
              <a:rPr lang="fr-FR" sz="4500" b="1" i="1" dirty="0"/>
              <a:t>Etudiante en IAGE </a:t>
            </a:r>
          </a:p>
          <a:p>
            <a:r>
              <a:rPr lang="fr-FR" sz="4500" b="1" i="1" dirty="0"/>
              <a:t>(Informatique Appliquée à la Gestion des entreprises)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8055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ED50D7-B5AC-BDA8-C4BF-B1F3068B3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290AC2-E24A-127A-9102-75B6E00A9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8845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</Words>
  <Application>Microsoft Office PowerPoint</Application>
  <PresentationFormat>Grand écran</PresentationFormat>
  <Paragraphs>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RAPPORT DE PROJET: AfriTalent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unchk enogw</dc:creator>
  <cp:lastModifiedBy>unchk enogw</cp:lastModifiedBy>
  <cp:revision>1</cp:revision>
  <dcterms:created xsi:type="dcterms:W3CDTF">2026-06-28T19:21:26Z</dcterms:created>
  <dcterms:modified xsi:type="dcterms:W3CDTF">2026-06-28T19:29:25Z</dcterms:modified>
</cp:coreProperties>
</file>